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48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E8836-7417-4D37-AB5A-78E3B4804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1DFB5-69D5-4F9D-A936-CE99917AF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C8174-BC91-4CA0-A2D8-CEF1D8FD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DC2A-CFF5-4C62-B385-558C468E3F1B}" type="datetimeFigureOut">
              <a:rPr lang="en-US" smtClean="0"/>
              <a:t>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9E255-43DE-498A-BB20-B6E10B0B9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292BA-5B63-445D-B7D4-E39DCFBA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D6C2E-E774-4212-A0D3-5636BDD0D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29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6453-6CCD-440E-AE68-D7DED6D4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36616-BDFB-43C8-9058-69490AEEB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6E7D4-2204-4F88-805D-4A7CE44FD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DC2A-CFF5-4C62-B385-558C468E3F1B}" type="datetimeFigureOut">
              <a:rPr lang="en-US" smtClean="0"/>
              <a:t>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A9EEF-0692-49B7-8563-D26900332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8F8F3-4406-4775-8F74-B3096BCE7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D6C2E-E774-4212-A0D3-5636BDD0D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6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4E259-689C-453C-9206-7D92669E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FE907-839C-46DB-9BE4-7F0F4D453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73727-94D2-43E0-88EC-D7B11056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DC2A-CFF5-4C62-B385-558C468E3F1B}" type="datetimeFigureOut">
              <a:rPr lang="en-US" smtClean="0"/>
              <a:t>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3CD01-091C-4DCF-81F5-67172BB6A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CE9C0-C6C8-4269-B1FB-6A652AF9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D6C2E-E774-4212-A0D3-5636BDD0D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6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4292E-9CA9-464D-AD03-4C1B36DB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9868-5438-4689-B739-DF5FE6426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3A1D3-1EBF-4250-AEC6-5FA46D4BC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CEACA-F4FA-4F79-B40D-909402BE8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DC2A-CFF5-4C62-B385-558C468E3F1B}" type="datetimeFigureOut">
              <a:rPr lang="en-US" smtClean="0"/>
              <a:t>1/14/2023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66091-4DEE-4A21-B242-F084E658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C758A-EFDB-4196-9FE8-4BD444A89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D6C2E-E774-4212-A0D3-5636BDD0D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5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85BB-0E75-4DD5-B7BA-15DF01C91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797EE-87AB-4C17-B289-2590B7A5E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574F9-6746-4B20-94CF-28095DFCE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E3FAC7-8C0C-4F90-ABC9-49E6DAEA0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AE829-0AAB-4597-8988-38CFBD02F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58467B-F110-40A2-B6DE-AD13F80BF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DC2A-CFF5-4C62-B385-558C468E3F1B}" type="datetimeFigureOut">
              <a:rPr lang="en-US" smtClean="0"/>
              <a:t>1/14/2023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ABABB2-C8C8-4EBC-A514-C7141831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72FDC-C388-4250-80B4-194E4ACEA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D6C2E-E774-4212-A0D3-5636BDD0D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4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4E4FF-5F3C-4104-8432-3F5510FD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574A13-CE71-4ABF-913F-B7781165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DC2A-CFF5-4C62-B385-558C468E3F1B}" type="datetimeFigureOut">
              <a:rPr lang="en-US" smtClean="0"/>
              <a:t>1/14/2023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DE045-CD7A-499B-B381-8B9454752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E89E8-4A96-4D58-90D7-CB5CBADFC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D6C2E-E774-4212-A0D3-5636BDD0D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04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19E152-FE67-495D-9ABD-69008965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DC2A-CFF5-4C62-B385-558C468E3F1B}" type="datetimeFigureOut">
              <a:rPr lang="en-US" smtClean="0"/>
              <a:t>1/14/2023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5429CB-4E12-49D3-8B96-74B18B9E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A7395-F7DC-43C5-A44D-7048A002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D6C2E-E774-4212-A0D3-5636BDD0D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3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FA3E2-A35C-4D6B-A0DB-D6054039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0FE26-EF3D-4BDA-BF74-000499D1C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63669-1E07-4EEB-BD41-B87ED2A00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9BC21-D718-4349-A6AB-C44B19EB0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DC2A-CFF5-4C62-B385-558C468E3F1B}" type="datetimeFigureOut">
              <a:rPr lang="en-US" smtClean="0"/>
              <a:t>1/14/2023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9C9B5-9404-4844-9A55-4E73BEC0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AA64C-F026-46FD-ADEC-5341C2BB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D6C2E-E774-4212-A0D3-5636BDD0D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9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9409-BB9A-4B4F-8AAB-33AE79826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0B7DC-5408-4DC7-BB68-A039D568EB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312A8-CDBA-4864-8DB8-EC3974A6B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1688F-A3EC-43A5-A64F-D96D8F7E7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DC2A-CFF5-4C62-B385-558C468E3F1B}" type="datetimeFigureOut">
              <a:rPr lang="en-US" smtClean="0"/>
              <a:t>1/14/2023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BB7E7-04F0-4B95-A4B6-3D39E996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68B1E-FD09-4C10-8329-CA1A56448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D6C2E-E774-4212-A0D3-5636BDD0D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98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3B081-20A6-432C-B3EE-E622DA11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C4E68-8FA2-4AAD-B7B5-CA96C84B3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B47A7-FABF-4318-A53F-6D6F9E90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DC2A-CFF5-4C62-B385-558C468E3F1B}" type="datetimeFigureOut">
              <a:rPr lang="en-US" smtClean="0"/>
              <a:t>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0E0D3-55AD-44FC-8E51-9005FFE6D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21B38-95EA-406C-89F9-153DAB03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D6C2E-E774-4212-A0D3-5636BDD0D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61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907690-863E-4D4A-B297-EBC71A7F07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814C8-99F3-4471-904F-AA01D7D5C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7E7F5-084F-4F21-BA58-838634CB2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DC2A-CFF5-4C62-B385-558C468E3F1B}" type="datetimeFigureOut">
              <a:rPr lang="en-US" smtClean="0"/>
              <a:t>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9B574-4D13-4162-8945-DB5CA09BC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04751-FD42-4514-8F54-DFA3AA716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D6C2E-E774-4212-A0D3-5636BDD0D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3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0184D6-B318-43AD-BA87-F3698305A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BEDF6-E5C1-4FAD-BA59-59495C48E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0B872-8323-435E-9F67-F1FA26AB4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7DC2A-CFF5-4C62-B385-558C468E3F1B}" type="datetimeFigureOut">
              <a:rPr lang="en-US" smtClean="0"/>
              <a:t>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9B4B1-9D21-40E0-818E-5799CA5EC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4205D-2E28-4095-A485-FA6910F8C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D6C2E-E774-4212-A0D3-5636BDD0D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94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671A566D-3D0B-433D-B6CB-6686B0AADCA1}"/>
              </a:ext>
            </a:extLst>
          </p:cNvPr>
          <p:cNvSpPr/>
          <p:nvPr/>
        </p:nvSpPr>
        <p:spPr>
          <a:xfrm>
            <a:off x="7241693" y="5892158"/>
            <a:ext cx="3060281" cy="847358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C516614-A002-454C-860E-BD2660DE90F9}"/>
              </a:ext>
            </a:extLst>
          </p:cNvPr>
          <p:cNvSpPr/>
          <p:nvPr/>
        </p:nvSpPr>
        <p:spPr>
          <a:xfrm rot="841953">
            <a:off x="1079731" y="5522745"/>
            <a:ext cx="6882095" cy="428313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950EBE-08D4-49EB-A8CC-961F6393B616}"/>
              </a:ext>
            </a:extLst>
          </p:cNvPr>
          <p:cNvCxnSpPr/>
          <p:nvPr/>
        </p:nvCxnSpPr>
        <p:spPr>
          <a:xfrm>
            <a:off x="593766" y="1710047"/>
            <a:ext cx="10010899" cy="0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7006A4-5219-4734-B770-D95AB14431E0}"/>
              </a:ext>
            </a:extLst>
          </p:cNvPr>
          <p:cNvCxnSpPr/>
          <p:nvPr/>
        </p:nvCxnSpPr>
        <p:spPr>
          <a:xfrm>
            <a:off x="593766" y="1937398"/>
            <a:ext cx="100108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66FECC-FFF0-47B2-B691-2D37CD2C6A1F}"/>
              </a:ext>
            </a:extLst>
          </p:cNvPr>
          <p:cNvCxnSpPr/>
          <p:nvPr/>
        </p:nvCxnSpPr>
        <p:spPr>
          <a:xfrm>
            <a:off x="593766" y="1472703"/>
            <a:ext cx="1001089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7580C4-F991-4A87-8B29-F5BCDFA495F2}"/>
              </a:ext>
            </a:extLst>
          </p:cNvPr>
          <p:cNvCxnSpPr>
            <a:cxnSpLocks/>
          </p:cNvCxnSpPr>
          <p:nvPr/>
        </p:nvCxnSpPr>
        <p:spPr>
          <a:xfrm>
            <a:off x="0" y="5523388"/>
            <a:ext cx="5826663" cy="13124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AC61DD-FB98-453D-9D37-289F0FE229DA}"/>
              </a:ext>
            </a:extLst>
          </p:cNvPr>
          <p:cNvCxnSpPr>
            <a:cxnSpLocks/>
          </p:cNvCxnSpPr>
          <p:nvPr/>
        </p:nvCxnSpPr>
        <p:spPr>
          <a:xfrm>
            <a:off x="0" y="5846418"/>
            <a:ext cx="4768048" cy="1002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130D3D-FE30-40FA-9AFA-21EB14CC6303}"/>
              </a:ext>
            </a:extLst>
          </p:cNvPr>
          <p:cNvCxnSpPr>
            <a:cxnSpLocks/>
          </p:cNvCxnSpPr>
          <p:nvPr/>
        </p:nvCxnSpPr>
        <p:spPr>
          <a:xfrm flipH="1">
            <a:off x="10604665" y="1590282"/>
            <a:ext cx="13710" cy="5080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93D5C7-2EC9-4739-A0D4-04A91F6E37A8}"/>
              </a:ext>
            </a:extLst>
          </p:cNvPr>
          <p:cNvSpPr txBox="1"/>
          <p:nvPr/>
        </p:nvSpPr>
        <p:spPr>
          <a:xfrm>
            <a:off x="9218951" y="269823"/>
            <a:ext cx="4482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Sula channel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6B95D3-2799-4C83-B29D-ED1F4B700C52}"/>
              </a:ext>
            </a:extLst>
          </p:cNvPr>
          <p:cNvSpPr/>
          <p:nvPr/>
        </p:nvSpPr>
        <p:spPr>
          <a:xfrm>
            <a:off x="4482059" y="764498"/>
            <a:ext cx="302691" cy="1551477"/>
          </a:xfrm>
          <a:prstGeom prst="rect">
            <a:avLst/>
          </a:prstGeom>
          <a:pattFill prst="lt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A449DD-2DE3-4DC2-806C-4D1447C93496}"/>
              </a:ext>
            </a:extLst>
          </p:cNvPr>
          <p:cNvSpPr/>
          <p:nvPr/>
        </p:nvSpPr>
        <p:spPr>
          <a:xfrm>
            <a:off x="3327816" y="464695"/>
            <a:ext cx="2518348" cy="299803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BF8CF2-528E-4105-9E27-EEBDFFA0AD5F}"/>
              </a:ext>
            </a:extLst>
          </p:cNvPr>
          <p:cNvSpPr/>
          <p:nvPr/>
        </p:nvSpPr>
        <p:spPr>
          <a:xfrm>
            <a:off x="7090348" y="764498"/>
            <a:ext cx="302691" cy="1551467"/>
          </a:xfrm>
          <a:prstGeom prst="rect">
            <a:avLst/>
          </a:prstGeom>
          <a:pattFill prst="lt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96D862-265F-402D-BBB5-FE78995F1E2A}"/>
              </a:ext>
            </a:extLst>
          </p:cNvPr>
          <p:cNvSpPr/>
          <p:nvPr/>
        </p:nvSpPr>
        <p:spPr>
          <a:xfrm rot="16200000">
            <a:off x="8617373" y="2673311"/>
            <a:ext cx="2064912" cy="92778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490E41-5576-4BDE-B2DB-DF2986DA78D1}"/>
              </a:ext>
            </a:extLst>
          </p:cNvPr>
          <p:cNvSpPr/>
          <p:nvPr/>
        </p:nvSpPr>
        <p:spPr>
          <a:xfrm rot="16200000">
            <a:off x="7291199" y="2662141"/>
            <a:ext cx="2064912" cy="92778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60398F-655E-404C-92FA-E6D31F73838A}"/>
              </a:ext>
            </a:extLst>
          </p:cNvPr>
          <p:cNvSpPr txBox="1"/>
          <p:nvPr/>
        </p:nvSpPr>
        <p:spPr>
          <a:xfrm>
            <a:off x="7953889" y="4190177"/>
            <a:ext cx="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Pool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41EEBA-FBAC-43A4-9707-7F6C2930DC28}"/>
              </a:ext>
            </a:extLst>
          </p:cNvPr>
          <p:cNvSpPr txBox="1"/>
          <p:nvPr/>
        </p:nvSpPr>
        <p:spPr>
          <a:xfrm>
            <a:off x="9267233" y="4190177"/>
            <a:ext cx="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Pool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E732A7-6984-4063-94DD-E7F02906D729}"/>
              </a:ext>
            </a:extLst>
          </p:cNvPr>
          <p:cNvSpPr txBox="1"/>
          <p:nvPr/>
        </p:nvSpPr>
        <p:spPr>
          <a:xfrm>
            <a:off x="4320857" y="2330173"/>
            <a:ext cx="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Pier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9FFB02-E03B-4066-B085-01A00D611BBE}"/>
              </a:ext>
            </a:extLst>
          </p:cNvPr>
          <p:cNvSpPr txBox="1"/>
          <p:nvPr/>
        </p:nvSpPr>
        <p:spPr>
          <a:xfrm>
            <a:off x="6878499" y="2317241"/>
            <a:ext cx="92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Pier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F34CDD-B01C-43CE-A026-0C54DAE10E5F}"/>
              </a:ext>
            </a:extLst>
          </p:cNvPr>
          <p:cNvSpPr txBox="1"/>
          <p:nvPr/>
        </p:nvSpPr>
        <p:spPr>
          <a:xfrm>
            <a:off x="3903776" y="810497"/>
            <a:ext cx="45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43E155-F93F-4C25-94ED-E797A7405605}"/>
              </a:ext>
            </a:extLst>
          </p:cNvPr>
          <p:cNvSpPr txBox="1"/>
          <p:nvPr/>
        </p:nvSpPr>
        <p:spPr>
          <a:xfrm>
            <a:off x="5028949" y="834179"/>
            <a:ext cx="45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881400-704E-455D-919B-18DC8C158F6C}"/>
              </a:ext>
            </a:extLst>
          </p:cNvPr>
          <p:cNvSpPr txBox="1"/>
          <p:nvPr/>
        </p:nvSpPr>
        <p:spPr>
          <a:xfrm>
            <a:off x="4449900" y="106580"/>
            <a:ext cx="45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9C5EDE-E5EF-42F7-9942-3D5B87265270}"/>
              </a:ext>
            </a:extLst>
          </p:cNvPr>
          <p:cNvSpPr txBox="1"/>
          <p:nvPr/>
        </p:nvSpPr>
        <p:spPr>
          <a:xfrm>
            <a:off x="6616357" y="749269"/>
            <a:ext cx="45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A71003-1764-4540-9E08-113221E34850}"/>
              </a:ext>
            </a:extLst>
          </p:cNvPr>
          <p:cNvSpPr txBox="1"/>
          <p:nvPr/>
        </p:nvSpPr>
        <p:spPr>
          <a:xfrm>
            <a:off x="7490214" y="764498"/>
            <a:ext cx="45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581F7C-3759-4619-BDF3-C0B35869F68D}"/>
              </a:ext>
            </a:extLst>
          </p:cNvPr>
          <p:cNvSpPr/>
          <p:nvPr/>
        </p:nvSpPr>
        <p:spPr>
          <a:xfrm>
            <a:off x="7806285" y="4934952"/>
            <a:ext cx="2386253" cy="839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C32FC9-F479-4699-B2BE-DC14B71F5B71}"/>
              </a:ext>
            </a:extLst>
          </p:cNvPr>
          <p:cNvSpPr txBox="1"/>
          <p:nvPr/>
        </p:nvSpPr>
        <p:spPr>
          <a:xfrm>
            <a:off x="8787548" y="5200647"/>
            <a:ext cx="1894649" cy="369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Dorm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481BF8E-C0ED-42E9-B078-7BC18FF31541}"/>
              </a:ext>
            </a:extLst>
          </p:cNvPr>
          <p:cNvSpPr/>
          <p:nvPr/>
        </p:nvSpPr>
        <p:spPr>
          <a:xfrm>
            <a:off x="4925645" y="3114375"/>
            <a:ext cx="2059698" cy="9092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D477BE-B72B-47EA-82A7-58B59E289009}"/>
              </a:ext>
            </a:extLst>
          </p:cNvPr>
          <p:cNvSpPr txBox="1"/>
          <p:nvPr/>
        </p:nvSpPr>
        <p:spPr>
          <a:xfrm>
            <a:off x="5012842" y="3217218"/>
            <a:ext cx="2059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Classroom</a:t>
            </a:r>
          </a:p>
          <a:p>
            <a:r>
              <a:rPr lang="en-US" dirty="0"/>
              <a:t>Equipment House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BB6A11D-D346-493B-9E5F-0DB7587140F8}"/>
              </a:ext>
            </a:extLst>
          </p:cNvPr>
          <p:cNvSpPr/>
          <p:nvPr/>
        </p:nvSpPr>
        <p:spPr>
          <a:xfrm>
            <a:off x="4963715" y="4386741"/>
            <a:ext cx="2108825" cy="9092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1D2FC6-CD87-4DC4-AD9E-7FBFDD1ED20D}"/>
              </a:ext>
            </a:extLst>
          </p:cNvPr>
          <p:cNvSpPr txBox="1"/>
          <p:nvPr/>
        </p:nvSpPr>
        <p:spPr>
          <a:xfrm>
            <a:off x="5068842" y="4508832"/>
            <a:ext cx="2059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Admin</a:t>
            </a:r>
          </a:p>
          <a:p>
            <a:r>
              <a:rPr lang="en-US" dirty="0"/>
              <a:t>Offices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8AAB9D8-8A45-4CE1-8CB2-60B1FBAA86C9}"/>
              </a:ext>
            </a:extLst>
          </p:cNvPr>
          <p:cNvSpPr/>
          <p:nvPr/>
        </p:nvSpPr>
        <p:spPr>
          <a:xfrm>
            <a:off x="764498" y="2124918"/>
            <a:ext cx="3556359" cy="3105595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E61A502-EEE2-4291-96F5-DA38EB801608}"/>
              </a:ext>
            </a:extLst>
          </p:cNvPr>
          <p:cNvSpPr/>
          <p:nvPr/>
        </p:nvSpPr>
        <p:spPr>
          <a:xfrm>
            <a:off x="4277115" y="2668476"/>
            <a:ext cx="3461373" cy="325751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DAB2DA-538C-40BB-AD67-DB4161101044}"/>
              </a:ext>
            </a:extLst>
          </p:cNvPr>
          <p:cNvSpPr txBox="1"/>
          <p:nvPr/>
        </p:nvSpPr>
        <p:spPr>
          <a:xfrm>
            <a:off x="1484026" y="3429000"/>
            <a:ext cx="184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parking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C1AF59-B0EC-4132-B825-E0D4A1F4B81A}"/>
              </a:ext>
            </a:extLst>
          </p:cNvPr>
          <p:cNvSpPr txBox="1"/>
          <p:nvPr/>
        </p:nvSpPr>
        <p:spPr>
          <a:xfrm>
            <a:off x="3755425" y="2620535"/>
            <a:ext cx="184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Road truck access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3CFD96-7CBC-404A-9CD3-B81C207B92CF}"/>
              </a:ext>
            </a:extLst>
          </p:cNvPr>
          <p:cNvSpPr txBox="1"/>
          <p:nvPr/>
        </p:nvSpPr>
        <p:spPr>
          <a:xfrm rot="812587">
            <a:off x="4090947" y="5707492"/>
            <a:ext cx="184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Road truck access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8C0DAA-78F1-43B7-84EC-BB1DE823FE0D}"/>
              </a:ext>
            </a:extLst>
          </p:cNvPr>
          <p:cNvSpPr txBox="1"/>
          <p:nvPr/>
        </p:nvSpPr>
        <p:spPr>
          <a:xfrm>
            <a:off x="8380652" y="6129559"/>
            <a:ext cx="184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Parking </a:t>
            </a:r>
            <a:r>
              <a:rPr lang="en-US" dirty="0" err="1"/>
              <a:t>utiliy</a:t>
            </a:r>
            <a:endParaRPr lang="en-US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702348D-12E0-4382-ABB2-82CC665A5178}"/>
              </a:ext>
            </a:extLst>
          </p:cNvPr>
          <p:cNvCxnSpPr>
            <a:cxnSpLocks/>
          </p:cNvCxnSpPr>
          <p:nvPr/>
        </p:nvCxnSpPr>
        <p:spPr>
          <a:xfrm flipH="1">
            <a:off x="343269" y="1540231"/>
            <a:ext cx="31485" cy="3956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D45230F-82DB-466E-A236-F7F748502D2D}"/>
              </a:ext>
            </a:extLst>
          </p:cNvPr>
          <p:cNvSpPr/>
          <p:nvPr/>
        </p:nvSpPr>
        <p:spPr>
          <a:xfrm>
            <a:off x="276495" y="2668476"/>
            <a:ext cx="214490" cy="1718265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92A424-CE5D-4039-9418-E2F7EFB8FAF2}"/>
              </a:ext>
            </a:extLst>
          </p:cNvPr>
          <p:cNvSpPr txBox="1"/>
          <p:nvPr/>
        </p:nvSpPr>
        <p:spPr>
          <a:xfrm rot="16200000">
            <a:off x="265944" y="3291134"/>
            <a:ext cx="64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gate</a:t>
            </a:r>
          </a:p>
        </p:txBody>
      </p:sp>
    </p:spTree>
    <p:extLst>
      <p:ext uri="{BB962C8B-B14F-4D97-AF65-F5344CB8AC3E}">
        <p14:creationId xmlns:p14="http://schemas.microsoft.com/office/powerpoint/2010/main" val="2269615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31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2023-01-14T01:28:01Z</dcterms:created>
  <dcterms:modified xsi:type="dcterms:W3CDTF">2023-01-14T01:48:02Z</dcterms:modified>
</cp:coreProperties>
</file>